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 Italics" charset="1" panose="00000800000000000000"/>
      <p:regular r:id="rId21"/>
    </p:embeddedFont>
    <p:embeddedFont>
      <p:font typeface="Poppins Italics" charset="1" panose="000005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-3851413" y="-5338293"/>
            <a:ext cx="33936486" cy="15144157"/>
          </a:xfrm>
          <a:custGeom>
            <a:avLst/>
            <a:gdLst/>
            <a:ahLst/>
            <a:cxnLst/>
            <a:rect r="r" b="b" t="t" l="l"/>
            <a:pathLst>
              <a:path h="15144157" w="33936486">
                <a:moveTo>
                  <a:pt x="0" y="0"/>
                </a:moveTo>
                <a:lnTo>
                  <a:pt x="33936486" y="0"/>
                </a:lnTo>
                <a:lnTo>
                  <a:pt x="33936486" y="15144157"/>
                </a:lnTo>
                <a:lnTo>
                  <a:pt x="0" y="1514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891675" y="4035755"/>
            <a:ext cx="17008233" cy="7334801"/>
          </a:xfrm>
          <a:custGeom>
            <a:avLst/>
            <a:gdLst/>
            <a:ahLst/>
            <a:cxnLst/>
            <a:rect r="r" b="b" t="t" l="l"/>
            <a:pathLst>
              <a:path h="7334801" w="17008233">
                <a:moveTo>
                  <a:pt x="0" y="0"/>
                </a:moveTo>
                <a:lnTo>
                  <a:pt x="17008234" y="0"/>
                </a:lnTo>
                <a:lnTo>
                  <a:pt x="17008234" y="7334801"/>
                </a:lnTo>
                <a:lnTo>
                  <a:pt x="0" y="7334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3791031"/>
            <a:ext cx="14319257" cy="288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9"/>
              </a:lnSpc>
            </a:pPr>
            <a:r>
              <a:rPr lang="en-US" b="true" sz="159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ZÊN</a:t>
            </a:r>
            <a:r>
              <a:rPr lang="en-US" b="true" sz="159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46935" y="6772880"/>
            <a:ext cx="6794131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99"/>
              </a:lnSpc>
            </a:pPr>
            <a:r>
              <a:rPr lang="en-US" sz="2499" i="true" spc="579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CU</a:t>
            </a:r>
            <a:r>
              <a:rPr lang="en-US" sz="2499" i="true" spc="579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RSO TÉCNICO EM INFORMÁTICA PARA INTERNET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84950" y="3449603"/>
            <a:ext cx="5318100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99"/>
              </a:lnSpc>
            </a:pPr>
            <a:r>
              <a:rPr lang="en-US" sz="2499" i="true" spc="579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</a:t>
            </a:r>
            <a:r>
              <a:rPr lang="en-US" sz="2499" i="true" spc="579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ROJETO INTEGRADOR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15163" y="581822"/>
            <a:ext cx="8976075" cy="9282713"/>
          </a:xfrm>
          <a:custGeom>
            <a:avLst/>
            <a:gdLst/>
            <a:ahLst/>
            <a:cxnLst/>
            <a:rect r="r" b="b" t="t" l="l"/>
            <a:pathLst>
              <a:path h="9282713" w="8976075">
                <a:moveTo>
                  <a:pt x="0" y="0"/>
                </a:moveTo>
                <a:lnTo>
                  <a:pt x="8976075" y="0"/>
                </a:lnTo>
                <a:lnTo>
                  <a:pt x="8976075" y="9282712"/>
                </a:lnTo>
                <a:lnTo>
                  <a:pt x="0" y="9282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28" r="0" b="-4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850" y="2847975"/>
            <a:ext cx="7698313" cy="69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Zê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nite é um site institucional, desenvolvido para o Projeto Integrador do curso Técnico em Informática para Internet do SENAC.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 trata de uma empresa fictícia de inteligência preditiva, voltada para antecipação de catástrofes climáticas e planejamento urbano resiliente.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16850" y="1616887"/>
            <a:ext cx="4947904" cy="208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9"/>
              </a:lnSpc>
            </a:pPr>
            <a:r>
              <a:rPr lang="en-US" sz="58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</a:t>
            </a:r>
            <a:r>
              <a:rPr lang="en-US" sz="58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ODUÇÃO</a:t>
            </a:r>
          </a:p>
          <a:p>
            <a:pPr algn="ctr" marL="0" indent="0" lvl="0">
              <a:lnSpc>
                <a:spcPts val="931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4437" y="610129"/>
            <a:ext cx="4221549" cy="4216272"/>
          </a:xfrm>
          <a:custGeom>
            <a:avLst/>
            <a:gdLst/>
            <a:ahLst/>
            <a:cxnLst/>
            <a:rect r="r" b="b" t="t" l="l"/>
            <a:pathLst>
              <a:path h="4216272" w="4221549">
                <a:moveTo>
                  <a:pt x="0" y="0"/>
                </a:moveTo>
                <a:lnTo>
                  <a:pt x="4221549" y="0"/>
                </a:lnTo>
                <a:lnTo>
                  <a:pt x="4221549" y="4216272"/>
                </a:lnTo>
                <a:lnTo>
                  <a:pt x="0" y="4216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6384" y="0"/>
            <a:ext cx="10675232" cy="10287000"/>
          </a:xfrm>
          <a:custGeom>
            <a:avLst/>
            <a:gdLst/>
            <a:ahLst/>
            <a:cxnLst/>
            <a:rect r="r" b="b" t="t" l="l"/>
            <a:pathLst>
              <a:path h="10287000" w="10675232">
                <a:moveTo>
                  <a:pt x="0" y="0"/>
                </a:moveTo>
                <a:lnTo>
                  <a:pt x="10675232" y="0"/>
                </a:lnTo>
                <a:lnTo>
                  <a:pt x="106752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-1437" r="0" b="-15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8051" y="2628083"/>
            <a:ext cx="8931897" cy="587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1"/>
              </a:lnSpc>
            </a:pPr>
            <a:r>
              <a:rPr lang="en-US" sz="3001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Com base na proposta do tema, os principais objetivos do projeto giravam em torno de:</a:t>
            </a:r>
          </a:p>
          <a:p>
            <a:pPr algn="ctr" marL="0" indent="0" lvl="0">
              <a:lnSpc>
                <a:spcPts val="4201"/>
              </a:lnSpc>
            </a:pPr>
          </a:p>
          <a:p>
            <a:pPr algn="ctr" marL="647948" indent="-323974" lvl="1">
              <a:lnSpc>
                <a:spcPts val="4201"/>
              </a:lnSpc>
              <a:buFont typeface="Arial"/>
              <a:buChar char="•"/>
            </a:pPr>
            <a:r>
              <a:rPr lang="en-US" sz="3001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Apresentar a empresa e sua proposta.</a:t>
            </a:r>
          </a:p>
          <a:p>
            <a:pPr algn="ctr">
              <a:lnSpc>
                <a:spcPts val="4201"/>
              </a:lnSpc>
            </a:pPr>
          </a:p>
          <a:p>
            <a:pPr algn="ctr" marL="647948" indent="-323974" lvl="1">
              <a:lnSpc>
                <a:spcPts val="4201"/>
              </a:lnSpc>
              <a:buFont typeface="Arial"/>
              <a:buChar char="•"/>
            </a:pPr>
            <a:r>
              <a:rPr lang="en-US" sz="3001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Direcionar o usuário para o canal de atendimento.</a:t>
            </a:r>
          </a:p>
          <a:p>
            <a:pPr algn="ctr">
              <a:lnSpc>
                <a:spcPts val="4201"/>
              </a:lnSpc>
            </a:pPr>
          </a:p>
          <a:p>
            <a:pPr algn="ctr" marL="647948" indent="-323974" lvl="1">
              <a:lnSpc>
                <a:spcPts val="4201"/>
              </a:lnSpc>
              <a:buFont typeface="Arial"/>
              <a:buChar char="•"/>
            </a:pPr>
            <a:r>
              <a:rPr lang="en-US" sz="3001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Aplicar boas práticas de desenvolvimento web.</a:t>
            </a:r>
          </a:p>
          <a:p>
            <a:pPr algn="ctr" marL="0" indent="0" lvl="0">
              <a:lnSpc>
                <a:spcPts val="420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141432" y="1009650"/>
            <a:ext cx="4005137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</a:pPr>
            <a:r>
              <a:rPr lang="en-US" sz="6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OBJETIVO</a:t>
            </a:r>
          </a:p>
          <a:p>
            <a:pPr algn="ctr" marL="0" indent="0" lvl="0">
              <a:lnSpc>
                <a:spcPts val="678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58131" y="5610516"/>
            <a:ext cx="4202341" cy="4228771"/>
          </a:xfrm>
          <a:custGeom>
            <a:avLst/>
            <a:gdLst/>
            <a:ahLst/>
            <a:cxnLst/>
            <a:rect r="r" b="b" t="t" l="l"/>
            <a:pathLst>
              <a:path h="4228771" w="4202341">
                <a:moveTo>
                  <a:pt x="0" y="0"/>
                </a:moveTo>
                <a:lnTo>
                  <a:pt x="4202341" y="0"/>
                </a:lnTo>
                <a:lnTo>
                  <a:pt x="4202341" y="4228771"/>
                </a:lnTo>
                <a:lnTo>
                  <a:pt x="0" y="4228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29338" y="7652418"/>
            <a:ext cx="3475606" cy="3461323"/>
          </a:xfrm>
          <a:custGeom>
            <a:avLst/>
            <a:gdLst/>
            <a:ahLst/>
            <a:cxnLst/>
            <a:rect r="r" b="b" t="t" l="l"/>
            <a:pathLst>
              <a:path h="3461323" w="3475606">
                <a:moveTo>
                  <a:pt x="0" y="0"/>
                </a:moveTo>
                <a:lnTo>
                  <a:pt x="3475606" y="0"/>
                </a:lnTo>
                <a:lnTo>
                  <a:pt x="3475606" y="3461323"/>
                </a:lnTo>
                <a:lnTo>
                  <a:pt x="0" y="346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52947" y="637946"/>
            <a:ext cx="9649490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TECNOLOGIAS UTILIZADAS</a:t>
            </a:r>
          </a:p>
          <a:p>
            <a:pPr algn="l" marL="0" indent="0" lvl="0">
              <a:lnSpc>
                <a:spcPts val="67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20859" y="2276475"/>
            <a:ext cx="15846282" cy="801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Durante toda a elaboração foram utilizados diferentes tecnologias para refinar todo o projeto, assim fazendo com que ele fosse construído de maneira clara e bem estruturada.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HTML semântico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CSS moderno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JavaScript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AOS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EmailJS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Figma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Photoshop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GitHub</a:t>
            </a:r>
          </a:p>
          <a:p>
            <a:pPr algn="just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674201">
            <a:off x="-270041" y="-788903"/>
            <a:ext cx="2981801" cy="2891799"/>
          </a:xfrm>
          <a:custGeom>
            <a:avLst/>
            <a:gdLst/>
            <a:ahLst/>
            <a:cxnLst/>
            <a:rect r="r" b="b" t="t" l="l"/>
            <a:pathLst>
              <a:path h="2891799" w="2981801">
                <a:moveTo>
                  <a:pt x="0" y="0"/>
                </a:moveTo>
                <a:lnTo>
                  <a:pt x="2981800" y="0"/>
                </a:lnTo>
                <a:lnTo>
                  <a:pt x="2981800" y="2891798"/>
                </a:lnTo>
                <a:lnTo>
                  <a:pt x="0" y="2891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04618" y="5473935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606213">
            <a:off x="17710363" y="-3224904"/>
            <a:ext cx="9307825" cy="10833923"/>
          </a:xfrm>
          <a:custGeom>
            <a:avLst/>
            <a:gdLst/>
            <a:ahLst/>
            <a:cxnLst/>
            <a:rect r="r" b="b" t="t" l="l"/>
            <a:pathLst>
              <a:path h="10833923" w="9307825">
                <a:moveTo>
                  <a:pt x="0" y="0"/>
                </a:moveTo>
                <a:lnTo>
                  <a:pt x="9307825" y="0"/>
                </a:lnTo>
                <a:lnTo>
                  <a:pt x="9307825" y="10833923"/>
                </a:lnTo>
                <a:lnTo>
                  <a:pt x="0" y="10833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2947" y="637946"/>
            <a:ext cx="9382105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</a:t>
            </a: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WEB</a:t>
            </a:r>
          </a:p>
          <a:p>
            <a:pPr algn="just" marL="0" indent="0" lvl="0">
              <a:lnSpc>
                <a:spcPts val="67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83514" y="2106332"/>
            <a:ext cx="15920971" cy="801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Para a elaboração das páginas web foram utilizadas tecnologias fundamentais, garantindo leveza, acessibilidade e performance preditiva. Sendo elas: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HTML = 38.1%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Responsável por toda a estruturação de conteúdo.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CSS = 45.5%: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Garantindo toda a estilização, das interfaces e deixando responsivas.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JavaScript = 16.4%: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Fazendo com que haja todo o comportamento dinâmico do site.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940197">
            <a:off x="16808456" y="3585292"/>
            <a:ext cx="9307825" cy="10833923"/>
          </a:xfrm>
          <a:custGeom>
            <a:avLst/>
            <a:gdLst/>
            <a:ahLst/>
            <a:cxnLst/>
            <a:rect r="r" b="b" t="t" l="l"/>
            <a:pathLst>
              <a:path h="10833923" w="9307825">
                <a:moveTo>
                  <a:pt x="0" y="0"/>
                </a:moveTo>
                <a:lnTo>
                  <a:pt x="9307824" y="0"/>
                </a:lnTo>
                <a:lnTo>
                  <a:pt x="9307824" y="10833923"/>
                </a:lnTo>
                <a:lnTo>
                  <a:pt x="0" y="10833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49843">
            <a:off x="5709149" y="-1379841"/>
            <a:ext cx="19275717" cy="7718561"/>
          </a:xfrm>
          <a:custGeom>
            <a:avLst/>
            <a:gdLst/>
            <a:ahLst/>
            <a:cxnLst/>
            <a:rect r="r" b="b" t="t" l="l"/>
            <a:pathLst>
              <a:path h="7718561" w="19275717">
                <a:moveTo>
                  <a:pt x="0" y="0"/>
                </a:moveTo>
                <a:lnTo>
                  <a:pt x="19275717" y="0"/>
                </a:lnTo>
                <a:lnTo>
                  <a:pt x="19275717" y="7718561"/>
                </a:lnTo>
                <a:lnTo>
                  <a:pt x="0" y="7718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006" r="0" b="-310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63671"/>
            <a:ext cx="12294531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 DO SITE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14341"/>
            <a:ext cx="12637615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princípio o projeto contaria com seis páginas, mas devido ao tempo para entrega reduzimos o projeto em três páginas, sendo elas: 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Home: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Apresentação do projeto e proposta de valor.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Sobre: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Explicação detalhada sobre a plataforma.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Contato: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Página de conversão e principais dúvidas.</a:t>
            </a:r>
          </a:p>
          <a:p>
            <a:pPr algn="just">
              <a:lnSpc>
                <a:spcPts val="4200"/>
              </a:lnSpc>
            </a:pPr>
          </a:p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90475" y="-241963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14215" y="281311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39447" y="4870514"/>
            <a:ext cx="8960484" cy="8526409"/>
          </a:xfrm>
          <a:custGeom>
            <a:avLst/>
            <a:gdLst/>
            <a:ahLst/>
            <a:cxnLst/>
            <a:rect r="r" b="b" t="t" l="l"/>
            <a:pathLst>
              <a:path h="8526409" w="8960484">
                <a:moveTo>
                  <a:pt x="0" y="0"/>
                </a:moveTo>
                <a:lnTo>
                  <a:pt x="8960484" y="0"/>
                </a:lnTo>
                <a:lnTo>
                  <a:pt x="8960484" y="8526409"/>
                </a:lnTo>
                <a:lnTo>
                  <a:pt x="0" y="8526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-1505" t="0" r="-150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3899" y="895731"/>
            <a:ext cx="12861320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</a:pPr>
            <a:r>
              <a:rPr lang="en-US" sz="6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IDENTIDADE VISUAL (MOODBOARD)</a:t>
            </a:r>
          </a:p>
          <a:p>
            <a:pPr algn="ctr" marL="0" indent="0" lvl="0">
              <a:lnSpc>
                <a:spcPts val="67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03899" y="2727389"/>
            <a:ext cx="13356117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identidade visual do projeto segue uma linha tecnológica e contemporânea, com foco em clareza e sofisticação.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92870" y="4527416"/>
            <a:ext cx="6416429" cy="4732117"/>
          </a:xfrm>
          <a:custGeom>
            <a:avLst/>
            <a:gdLst/>
            <a:ahLst/>
            <a:cxnLst/>
            <a:rect r="r" b="b" t="t" l="l"/>
            <a:pathLst>
              <a:path h="4732117" w="6416429">
                <a:moveTo>
                  <a:pt x="0" y="0"/>
                </a:moveTo>
                <a:lnTo>
                  <a:pt x="6416430" y="0"/>
                </a:lnTo>
                <a:lnTo>
                  <a:pt x="6416430" y="4732116"/>
                </a:lnTo>
                <a:lnTo>
                  <a:pt x="0" y="47321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4614838" y="-1422353"/>
            <a:ext cx="4970185" cy="7814892"/>
          </a:xfrm>
          <a:custGeom>
            <a:avLst/>
            <a:gdLst/>
            <a:ahLst/>
            <a:cxnLst/>
            <a:rect r="r" b="b" t="t" l="l"/>
            <a:pathLst>
              <a:path h="7814892" w="4970185">
                <a:moveTo>
                  <a:pt x="0" y="0"/>
                </a:moveTo>
                <a:lnTo>
                  <a:pt x="4970186" y="0"/>
                </a:lnTo>
                <a:lnTo>
                  <a:pt x="4970186" y="7814892"/>
                </a:lnTo>
                <a:lnTo>
                  <a:pt x="0" y="7814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55724" y="6010275"/>
            <a:ext cx="6031986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</a:t>
            </a:r>
            <a:r>
              <a:rPr lang="en-US" b="true" sz="3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irecionamento Criativo:</a:t>
            </a:r>
          </a:p>
          <a:p>
            <a:pPr algn="ctr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Crescimento contínuo.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Tecnologia e inovação.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Precisão de dados.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Visão de futuro.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Impacto social e urbano.</a:t>
            </a:r>
          </a:p>
          <a:p>
            <a:pPr algn="ctr" marL="0" indent="0" lvl="0">
              <a:lnSpc>
                <a:spcPts val="42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457696" y="-2404572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6530" y="-40576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2319" y="636195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48042">
            <a:off x="1044248" y="524867"/>
            <a:ext cx="8215403" cy="8810084"/>
          </a:xfrm>
          <a:custGeom>
            <a:avLst/>
            <a:gdLst/>
            <a:ahLst/>
            <a:cxnLst/>
            <a:rect r="r" b="b" t="t" l="l"/>
            <a:pathLst>
              <a:path h="8810084" w="8215403">
                <a:moveTo>
                  <a:pt x="0" y="0"/>
                </a:moveTo>
                <a:lnTo>
                  <a:pt x="8215403" y="0"/>
                </a:lnTo>
                <a:lnTo>
                  <a:pt x="8215403" y="8810084"/>
                </a:lnTo>
                <a:lnTo>
                  <a:pt x="0" y="8810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06908" y="2215284"/>
            <a:ext cx="9144074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protótipo foi construído com base nas informações presentes na documentação do projeto.</a:t>
            </a:r>
          </a:p>
          <a:p>
            <a:pPr algn="r" marL="0" indent="0" lvl="0">
              <a:lnSpc>
                <a:spcPts val="4200"/>
              </a:lnSpc>
            </a:pPr>
          </a:p>
          <a:p>
            <a:pPr algn="r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 layout foi pensado para ser totalmente responsivo, de maneira que se adaptasse aos diferentes dispositivos.</a:t>
            </a:r>
          </a:p>
          <a:p>
            <a:pPr algn="r" marL="0" indent="0" lvl="0">
              <a:lnSpc>
                <a:spcPts val="4200"/>
              </a:lnSpc>
            </a:pPr>
          </a:p>
          <a:p>
            <a:pPr algn="r" marL="0" indent="0" lvl="0">
              <a:lnSpc>
                <a:spcPts val="42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14119"/>
            <a:ext cx="8734459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PROTÓTIPO</a:t>
            </a: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INICIAL </a:t>
            </a:r>
          </a:p>
          <a:p>
            <a:pPr algn="r" marL="0" indent="0" lvl="0">
              <a:lnSpc>
                <a:spcPts val="6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7111" y="771525"/>
            <a:ext cx="12293779" cy="8743950"/>
          </a:xfrm>
          <a:custGeom>
            <a:avLst/>
            <a:gdLst/>
            <a:ahLst/>
            <a:cxnLst/>
            <a:rect r="r" b="b" t="t" l="l"/>
            <a:pathLst>
              <a:path h="8743950" w="12293779">
                <a:moveTo>
                  <a:pt x="0" y="0"/>
                </a:moveTo>
                <a:lnTo>
                  <a:pt x="12293778" y="0"/>
                </a:lnTo>
                <a:lnTo>
                  <a:pt x="12293778" y="8743950"/>
                </a:lnTo>
                <a:lnTo>
                  <a:pt x="0" y="874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1371" y="655796"/>
            <a:ext cx="12293779" cy="8743950"/>
          </a:xfrm>
          <a:custGeom>
            <a:avLst/>
            <a:gdLst/>
            <a:ahLst/>
            <a:cxnLst/>
            <a:rect r="r" b="b" t="t" l="l"/>
            <a:pathLst>
              <a:path h="8743950" w="12293779">
                <a:moveTo>
                  <a:pt x="0" y="0"/>
                </a:moveTo>
                <a:lnTo>
                  <a:pt x="12293778" y="0"/>
                </a:lnTo>
                <a:lnTo>
                  <a:pt x="12293778" y="8743950"/>
                </a:lnTo>
                <a:lnTo>
                  <a:pt x="0" y="874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1371" y="655796"/>
            <a:ext cx="12293779" cy="8743950"/>
          </a:xfrm>
          <a:custGeom>
            <a:avLst/>
            <a:gdLst/>
            <a:ahLst/>
            <a:cxnLst/>
            <a:rect r="r" b="b" t="t" l="l"/>
            <a:pathLst>
              <a:path h="8743950" w="12293779">
                <a:moveTo>
                  <a:pt x="0" y="0"/>
                </a:moveTo>
                <a:lnTo>
                  <a:pt x="12293778" y="0"/>
                </a:lnTo>
                <a:lnTo>
                  <a:pt x="12293778" y="8743950"/>
                </a:lnTo>
                <a:lnTo>
                  <a:pt x="0" y="874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69339">
            <a:off x="15238276" y="-2546759"/>
            <a:ext cx="9307825" cy="10833923"/>
          </a:xfrm>
          <a:custGeom>
            <a:avLst/>
            <a:gdLst/>
            <a:ahLst/>
            <a:cxnLst/>
            <a:rect r="r" b="b" t="t" l="l"/>
            <a:pathLst>
              <a:path h="10833923" w="9307825">
                <a:moveTo>
                  <a:pt x="0" y="0"/>
                </a:moveTo>
                <a:lnTo>
                  <a:pt x="9307825" y="0"/>
                </a:lnTo>
                <a:lnTo>
                  <a:pt x="9307825" y="10833923"/>
                </a:lnTo>
                <a:lnTo>
                  <a:pt x="0" y="10833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005475" y="5044640"/>
            <a:ext cx="9307825" cy="10833923"/>
          </a:xfrm>
          <a:custGeom>
            <a:avLst/>
            <a:gdLst/>
            <a:ahLst/>
            <a:cxnLst/>
            <a:rect r="r" b="b" t="t" l="l"/>
            <a:pathLst>
              <a:path h="10833923" w="9307825">
                <a:moveTo>
                  <a:pt x="0" y="0"/>
                </a:moveTo>
                <a:lnTo>
                  <a:pt x="9307824" y="0"/>
                </a:lnTo>
                <a:lnTo>
                  <a:pt x="9307824" y="10833923"/>
                </a:lnTo>
                <a:lnTo>
                  <a:pt x="0" y="10833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5399" y="2613640"/>
            <a:ext cx="6157203" cy="6388098"/>
          </a:xfrm>
          <a:custGeom>
            <a:avLst/>
            <a:gdLst/>
            <a:ahLst/>
            <a:cxnLst/>
            <a:rect r="r" b="b" t="t" l="l"/>
            <a:pathLst>
              <a:path h="6388098" w="6157203">
                <a:moveTo>
                  <a:pt x="0" y="0"/>
                </a:moveTo>
                <a:lnTo>
                  <a:pt x="6157202" y="0"/>
                </a:lnTo>
                <a:lnTo>
                  <a:pt x="6157202" y="6388098"/>
                </a:lnTo>
                <a:lnTo>
                  <a:pt x="0" y="6388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44523" y="1009650"/>
            <a:ext cx="11198954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ACESSE O NOSSO SITE!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470353" y="-506819"/>
            <a:ext cx="14463738" cy="14463738"/>
          </a:xfrm>
          <a:custGeom>
            <a:avLst/>
            <a:gdLst/>
            <a:ahLst/>
            <a:cxnLst/>
            <a:rect r="r" b="b" t="t" l="l"/>
            <a:pathLst>
              <a:path h="14463738" w="14463738">
                <a:moveTo>
                  <a:pt x="0" y="0"/>
                </a:moveTo>
                <a:lnTo>
                  <a:pt x="14463738" y="0"/>
                </a:lnTo>
                <a:lnTo>
                  <a:pt x="14463738" y="14463738"/>
                </a:lnTo>
                <a:lnTo>
                  <a:pt x="0" y="14463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2319" y="636195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08862" y="3631196"/>
            <a:ext cx="7403135" cy="6160504"/>
          </a:xfrm>
          <a:custGeom>
            <a:avLst/>
            <a:gdLst/>
            <a:ahLst/>
            <a:cxnLst/>
            <a:rect r="r" b="b" t="t" l="l"/>
            <a:pathLst>
              <a:path h="6160504" w="7403135">
                <a:moveTo>
                  <a:pt x="0" y="0"/>
                </a:moveTo>
                <a:lnTo>
                  <a:pt x="7403135" y="0"/>
                </a:lnTo>
                <a:lnTo>
                  <a:pt x="7403135" y="6160504"/>
                </a:lnTo>
                <a:lnTo>
                  <a:pt x="0" y="6160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21433" y="710291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2391" y="1009650"/>
            <a:ext cx="10511721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PERCEPÇÕES</a:t>
            </a: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DO GRUPO.</a:t>
            </a:r>
          </a:p>
          <a:p>
            <a:pPr algn="l" marL="0" indent="0" lvl="0">
              <a:lnSpc>
                <a:spcPts val="67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2391" y="2314575"/>
            <a:ext cx="9840794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projeto começou com dificuldades de comunicação entre os integrantes, o que gerou alguns impactos no andamento das atividades. 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Após ajustes e superação dos desafios, o desenvolvimento do site passou a fluir melhor. 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maneira geral, a experiência proporcionou aprendizado, adaptação e trabalho em equipe, envolvendo não apenas aspectos técnicos, mas também a troca de ideias entre pessoas que estavam se conhecendo.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654657" y="-248625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33320">
            <a:off x="-87446" y="1616312"/>
            <a:ext cx="8681661" cy="6938064"/>
          </a:xfrm>
          <a:custGeom>
            <a:avLst/>
            <a:gdLst/>
            <a:ahLst/>
            <a:cxnLst/>
            <a:rect r="r" b="b" t="t" l="l"/>
            <a:pathLst>
              <a:path h="6938064" w="8681661">
                <a:moveTo>
                  <a:pt x="0" y="0"/>
                </a:moveTo>
                <a:lnTo>
                  <a:pt x="8681660" y="0"/>
                </a:lnTo>
                <a:lnTo>
                  <a:pt x="8681660" y="6938064"/>
                </a:lnTo>
                <a:lnTo>
                  <a:pt x="0" y="693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1927" y="472269"/>
            <a:ext cx="9562844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CONSIDERAÇÕES</a:t>
            </a: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FINAIS</a:t>
            </a:r>
          </a:p>
          <a:p>
            <a:pPr algn="r" marL="0" indent="0" lvl="0">
              <a:lnSpc>
                <a:spcPts val="67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025200" y="2014198"/>
            <a:ext cx="9949571" cy="69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 projeto Zênite apresenta alto potencial de impacto social e inovação</a:t>
            </a: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tecnológica, com evolução consistente.</a:t>
            </a:r>
          </a:p>
          <a:p>
            <a:pPr algn="r" marL="0" indent="0" lvl="0">
              <a:lnSpc>
                <a:spcPts val="4200"/>
              </a:lnSpc>
            </a:pPr>
          </a:p>
          <a:p>
            <a:pPr algn="r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 projeto foi muito além de um desenvolvimento de um site, mas um aprendizado sobre entender um ao outro de maneira respeitosa e empática.</a:t>
            </a:r>
          </a:p>
          <a:p>
            <a:pPr algn="r" marL="0" indent="0" lvl="0">
              <a:lnSpc>
                <a:spcPts val="4200"/>
              </a:lnSpc>
            </a:pPr>
          </a:p>
          <a:p>
            <a:pPr algn="r" marL="0" indent="0" lvl="0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Além de ser uma oportunidade de desenvolver habilidades que ainda não estavam sendo trabalhadas, analisando quais temos mais afinidade e interesse profissional.</a:t>
            </a:r>
          </a:p>
          <a:p>
            <a:pPr algn="r" marL="0" indent="0" lvl="0">
              <a:lnSpc>
                <a:spcPts val="42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769277" y="137523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921002">
            <a:off x="7570135" y="4129043"/>
            <a:ext cx="15969097" cy="6648446"/>
          </a:xfrm>
          <a:custGeom>
            <a:avLst/>
            <a:gdLst/>
            <a:ahLst/>
            <a:cxnLst/>
            <a:rect r="r" b="b" t="t" l="l"/>
            <a:pathLst>
              <a:path h="6648446" w="15969097">
                <a:moveTo>
                  <a:pt x="0" y="0"/>
                </a:moveTo>
                <a:lnTo>
                  <a:pt x="15969097" y="0"/>
                </a:lnTo>
                <a:lnTo>
                  <a:pt x="15969097" y="6648446"/>
                </a:lnTo>
                <a:lnTo>
                  <a:pt x="0" y="664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961" r="0" b="-88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55894">
            <a:off x="-2981305" y="-1661057"/>
            <a:ext cx="11535593" cy="7230419"/>
          </a:xfrm>
          <a:custGeom>
            <a:avLst/>
            <a:gdLst/>
            <a:ahLst/>
            <a:cxnLst/>
            <a:rect r="r" b="b" t="t" l="l"/>
            <a:pathLst>
              <a:path h="7230419" w="11535593">
                <a:moveTo>
                  <a:pt x="0" y="0"/>
                </a:moveTo>
                <a:lnTo>
                  <a:pt x="11535593" y="0"/>
                </a:lnTo>
                <a:lnTo>
                  <a:pt x="11535593" y="7230419"/>
                </a:lnTo>
                <a:lnTo>
                  <a:pt x="0" y="7230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31" t="-24757" r="-30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44523" y="1801609"/>
            <a:ext cx="11198954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OBRIGADO(A) PELA SUA ATENÇÃO!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86054" y="4173985"/>
            <a:ext cx="5184402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Equipe do projeto: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João</a:t>
            </a:r>
          </a:p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Raquel</a:t>
            </a:r>
          </a:p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Yuri</a:t>
            </a:r>
          </a:p>
          <a:p>
            <a:pPr algn="ctr" marL="0" indent="0" lvl="0">
              <a:lnSpc>
                <a:spcPts val="42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34207" y="5656261"/>
            <a:ext cx="7204077" cy="7204077"/>
          </a:xfrm>
          <a:custGeom>
            <a:avLst/>
            <a:gdLst/>
            <a:ahLst/>
            <a:cxnLst/>
            <a:rect r="r" b="b" t="t" l="l"/>
            <a:pathLst>
              <a:path h="7204077" w="7204077">
                <a:moveTo>
                  <a:pt x="0" y="0"/>
                </a:moveTo>
                <a:lnTo>
                  <a:pt x="7204077" y="0"/>
                </a:lnTo>
                <a:lnTo>
                  <a:pt x="7204077" y="7204078"/>
                </a:lnTo>
                <a:lnTo>
                  <a:pt x="0" y="720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005271" y="-2761353"/>
            <a:ext cx="7204077" cy="7204077"/>
          </a:xfrm>
          <a:custGeom>
            <a:avLst/>
            <a:gdLst/>
            <a:ahLst/>
            <a:cxnLst/>
            <a:rect r="r" b="b" t="t" l="l"/>
            <a:pathLst>
              <a:path h="7204077" w="7204077">
                <a:moveTo>
                  <a:pt x="0" y="0"/>
                </a:moveTo>
                <a:lnTo>
                  <a:pt x="7204077" y="0"/>
                </a:lnTo>
                <a:lnTo>
                  <a:pt x="7204077" y="7204077"/>
                </a:lnTo>
                <a:lnTo>
                  <a:pt x="0" y="7204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DAHLawdoKJ8</dc:identifier>
  <dcterms:modified xsi:type="dcterms:W3CDTF">2011-08-01T06:04:30Z</dcterms:modified>
  <cp:revision>1</cp:revision>
  <dc:title>ZÊNITE</dc:title>
</cp:coreProperties>
</file>